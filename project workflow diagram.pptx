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CE24-17D1-00EE-D08E-4DCAD47A9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614C4-E403-C6DF-3619-7B202D275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95BE6-BBDE-18CD-2B3A-B75A1AD09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552F8-9567-D75F-895F-E69F0755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C960A-1A4C-1CB6-D3E9-62050F21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67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DBA2-7A32-A132-4810-B1AFE59B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9D4D9-484F-74ED-B1BD-B6F9B9087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96138-F186-A0FC-78FF-DC49A4B5B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57799-865F-5697-063F-4175BB6D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07A3F-71E1-63C9-67DE-89B1BA73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18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4304-7B8F-912B-5FF4-7C7F04CB6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CBBE9-9115-A8E5-A727-415AD940E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372B8-D6D7-B82C-3AA3-810F7BDC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C34E5-E3B1-D38F-A7E8-AEE75F1F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33CCC-38B1-C97E-CD57-CA386F7A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58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6679-08F1-9A2C-D2D1-72B64629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13F5-67D9-865C-E3E4-CCD2E6E0D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9CD3A-9212-84E4-26BD-925B6941D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713B8-0C7C-6E32-9EB8-B18177CA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63E14-176F-8B98-FAF0-1D707AF4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773C0-A193-42CE-C5C0-12875B05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98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B895-82D9-6B1C-D721-B190A151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43DDC-3A1C-E151-B0E5-9A43A65D7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E49C6-4BCF-FD53-FF97-75FC7E7C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21718-CF47-789A-3E1A-BFB8CC578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FD3DE-C2DF-B89F-239F-C0B3225B0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56C838-71E6-4161-AA26-2F312DBA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41266-45E7-7E5F-DE8F-962F3084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46580-8866-2EB1-3291-C470922E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5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EBB09-8412-E134-8D05-69FC6930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ECC80-F064-D6C0-BE48-E5F2D0FF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E3BB31-59AC-1282-7FBE-122A0BE28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BB2A8-A357-0DA3-075E-41A00553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87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509F9-09C1-03A8-36CE-3B52578A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780C07-A7C3-A502-61EC-A676CAB08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618F6-9361-E9B9-39D7-9C8A54C3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6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788C-9C5A-5189-28CC-6CFFC18D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1F20-4670-8549-EDA1-6A3DE575A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D7149-7720-3C83-3C1F-22B2D3643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68B0E-BC52-7625-46F5-AD4EA8A5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A93E5-0FB4-8AAD-2808-495A0BF86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CFA30-6F23-7BC1-1FBB-73BD3F4F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43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5ED0-4932-8E89-65E6-F953F256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44901-3585-637A-0739-2A589C841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FB393-7516-EBC6-7755-6A52B09E3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F572F-8293-B604-2F03-E7EE85AE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E7E28-2BBD-646E-208D-DAC2E2F4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AD32B-5A15-E784-049F-477910F8C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68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F045-1950-B1DA-0D01-76CFFA8C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C914C-9C63-8DFC-AAE3-0E05BFF07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6781-5BD3-159D-C3A0-711632F9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792BA-8291-A684-D9F3-23448535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344C6-885D-D88E-03E9-2FCFE0F9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528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D4F265-D395-44B5-F540-CD5966759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0B02E-97AE-CC13-98AC-501C6DD19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C4CA5-68B2-6F69-ED47-68709F0A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ADE66-F7EB-327A-3BE4-5F2E7024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19EDF-E2C5-99E6-EBCB-A87F357A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08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B9920-22F5-755B-25F0-04DDD0D45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1F81E-B476-BBB3-8B4F-0E05C8C38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96DD4-452E-BD7C-5F83-A25CAB293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FD820-0835-4FFE-A8BA-7CF23CAD8E7D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7EB15-6990-C0ED-3762-E198D2B87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4D453-96D8-BC79-5786-CB310651A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4E291-7FFA-431C-A8BB-245731CCF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92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255A78-E9ED-D67C-4569-8E34A4FFC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3"/>
            <a:ext cx="10515600" cy="67842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project workflow diagram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597B73-3F78-7327-A925-A596D1F7CF61}"/>
              </a:ext>
            </a:extLst>
          </p:cNvPr>
          <p:cNvSpPr/>
          <p:nvPr/>
        </p:nvSpPr>
        <p:spPr>
          <a:xfrm>
            <a:off x="727587" y="1686233"/>
            <a:ext cx="1897626" cy="12290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IN" sz="2000" dirty="0"/>
              <a:t>Business Requirements</a:t>
            </a:r>
            <a:br>
              <a:rPr lang="en-IN" dirty="0"/>
            </a:b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ACF5A0-8E08-1F29-9D25-7D9FEE4ED220}"/>
              </a:ext>
            </a:extLst>
          </p:cNvPr>
          <p:cNvSpPr/>
          <p:nvPr/>
        </p:nvSpPr>
        <p:spPr>
          <a:xfrm>
            <a:off x="3637116" y="1686233"/>
            <a:ext cx="1897626" cy="12290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/>
              <a:t>SQL Data Cleaning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8C9784-D32E-65B5-E74D-283D098E2B23}"/>
              </a:ext>
            </a:extLst>
          </p:cNvPr>
          <p:cNvSpPr/>
          <p:nvPr/>
        </p:nvSpPr>
        <p:spPr>
          <a:xfrm>
            <a:off x="6546645" y="1686233"/>
            <a:ext cx="1897626" cy="12290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/>
              <a:t>Feature Engineering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7DD2F3-FD6C-8689-8863-692E2C1DE172}"/>
              </a:ext>
            </a:extLst>
          </p:cNvPr>
          <p:cNvSpPr/>
          <p:nvPr/>
        </p:nvSpPr>
        <p:spPr>
          <a:xfrm>
            <a:off x="9456174" y="1686233"/>
            <a:ext cx="1897626" cy="12290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/>
              <a:t>Star Schema Modeling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1FD129-7276-E8B0-E13D-2F7DE960873C}"/>
              </a:ext>
            </a:extLst>
          </p:cNvPr>
          <p:cNvSpPr/>
          <p:nvPr/>
        </p:nvSpPr>
        <p:spPr>
          <a:xfrm>
            <a:off x="9456174" y="4311445"/>
            <a:ext cx="1897626" cy="12290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/>
              <a:t>Python EDA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9FA507-A1F3-E598-3F29-8FC2749A8159}"/>
              </a:ext>
            </a:extLst>
          </p:cNvPr>
          <p:cNvSpPr/>
          <p:nvPr/>
        </p:nvSpPr>
        <p:spPr>
          <a:xfrm>
            <a:off x="6546645" y="4311445"/>
            <a:ext cx="1897626" cy="12290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/>
              <a:t>Power BI Dashboard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534503-F3F7-BE94-4DBB-8AF37DF28CF6}"/>
              </a:ext>
            </a:extLst>
          </p:cNvPr>
          <p:cNvSpPr/>
          <p:nvPr/>
        </p:nvSpPr>
        <p:spPr>
          <a:xfrm>
            <a:off x="3215148" y="4311445"/>
            <a:ext cx="2319594" cy="122903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Business Recommendations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43E580-0B6A-07F4-4038-E800DCC3F44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625213" y="2300749"/>
            <a:ext cx="1011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7391F4-368F-7F76-D33A-CB589B868F81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534742" y="2300749"/>
            <a:ext cx="1011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019C64-DB90-BAF6-952E-1465812E32E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444271" y="2300749"/>
            <a:ext cx="1011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6A9291-C8D9-86AC-9A97-837CD2AA369E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404987" y="2915265"/>
            <a:ext cx="0" cy="1396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94FB19-45DE-B164-3268-5F86AA64D09A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444271" y="4925961"/>
            <a:ext cx="1011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4DBBCE6-6EFD-AC19-5465-B2515B044B3D}"/>
              </a:ext>
            </a:extLst>
          </p:cNvPr>
          <p:cNvCxnSpPr>
            <a:stCxn id="10" idx="1"/>
          </p:cNvCxnSpPr>
          <p:nvPr/>
        </p:nvCxnSpPr>
        <p:spPr>
          <a:xfrm flipH="1">
            <a:off x="5417574" y="4925961"/>
            <a:ext cx="11290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981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project workflow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Jaiswal</dc:creator>
  <cp:lastModifiedBy>Aman Jaiswal</cp:lastModifiedBy>
  <cp:revision>1</cp:revision>
  <dcterms:created xsi:type="dcterms:W3CDTF">2026-07-05T11:20:19Z</dcterms:created>
  <dcterms:modified xsi:type="dcterms:W3CDTF">2026-07-05T11:20:37Z</dcterms:modified>
</cp:coreProperties>
</file>